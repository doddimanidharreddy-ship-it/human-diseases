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5760"/>
            <a:ext cx="2743200" cy="11756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0F1E3C"/>
                </a:solidFill>
              </a:defRPr>
            </a:pPr>
            <a:r>
              <a:t>DEPARTMENT OF COMPUTER SCIENCE &amp; ENGINEERING</a:t>
            </a:r>
            <a:br/>
            <a:r>
              <a:t>SCHOOL OF COMPUTING</a:t>
            </a:r>
            <a:br/>
            <a:r>
              <a:t>10214CS601- MINOR PROJECT – I</a:t>
            </a:r>
            <a:br/>
            <a:r>
              <a:t>ACADEMIC YEAR – 2026-2027 (SUMMER SEMESTER)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850"/>
                </a:solidFill>
              </a:defRPr>
            </a:pPr>
            <a:r>
              <a:t>PRESENTED BY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1. Bugga Gangadhar Kali Prasad (VTU 28564)(24UECS0049)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2. Allala Bhavana (VTU 27999)(24UECS0008)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3. Godi Mouni Pranathi (VTU 28298)(24UECS0107)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42850"/>
                </a:solidFill>
              </a:defRPr>
            </a:pPr>
            <a:r>
              <a:t>SUPERVISED BY</a:t>
            </a:r>
          </a:p>
          <a:p>
            <a:pPr>
              <a:defRPr sz="1500" b="1">
                <a:solidFill>
                  <a:srgbClr val="282828"/>
                </a:solidFill>
              </a:defRPr>
            </a:pPr>
            <a:r>
              <a:t>Dr. J. Raja (Associate Professor)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DISEASE PREDICTION SYSTEM USING DECISION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Introduction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Literature Survey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Problem Statement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Proposed Methodology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Proposed System Architecture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Implementation Plan/Timeline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Problem Statement Context: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There is no simple, accessible and transparent tool that lets an ordinary user check their risk for multiple diseases from basic health parameters in one place.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Most existing student projects and tools handle only a single disease, are not deployed as usable applications, or are hard to extend.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Many advanced systems use black-box models (such as deep learning) that give predictions without explaining why, which reduces trust in a medical setting.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Symptom-checker apps are mostly closed-source, rule-based and symptom-only, and rarely use lab values for disease-specific risk.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Many existing prediction tools give only a 'positive' or 'negative' result with no explanation, so users and health workers cannot judge whether to trust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Project Goal: To develop an intelligent, application-based system that estimates the risk of major chronic and acute diseases and helps users and health workers make timely health decisions using Decision Tree machine learning.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 system aims to: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Predict the risk of 9 disease domains: Diabetes, Heart Disease, Kidney Disease, Liver Disease, Breast Cancer, Stroke, Parkinson's, Hypertension, and Infectious Syndromes.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Suggest likely differential conditions from 18 user-selected symptoms.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Explain each prediction through a transparent, verifiable Decision Tree decision path.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Provide timely recommendations, including risk level (Low to Critical) and when to consult a doctor.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Reduce delays in early detection and manual report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Brief Overview &amp; Scope: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Disease Prediction System Using Decision Trees is an explainable machine learning clinical decision support platform covering 9 specialized disease domains based on patient vitals, lab biomarkers, and physical symptoms.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 system deploys optimized Decision Tree classification algorithms trained on clinical benchmark datasets. When clinical parameters are submitted, the model analyzes the input features and follows a sequence of decision rules to predict disease likelihood.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By combining multi-disease machine learning, explainable decision paths, and a deployable web application, the proposed system helps reduce delays in early detection, lessen the manual effort of interpreting health reports, and support preventive healthcare.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Existing Systems and Related Works: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Traditional diagnosis: Doctors use patient history, symptoms, physical examination, laboratory tests and medical reports to identify diseases.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Rule-based systems: Some healthcare applications use predefined medical rules to identify possible diseases from symptoms and patient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Machine learning systems: Existing research applies algorithms such as Decision Trees, Random Forest, SVM, KNN and Logistic Regression for disease prediction.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Single-disease prediction: Many systems focus on only one disease, such as diabetes, heart disease, kidney disease or liver disease.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Symptom-based prediction: Some web-based systems let users enter symptoms and receive a possible disease prediction from a trained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Limitations of Existing Solutions: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Limited Disease Coverage: Many existing systems are designed to predict only one specific disease, such as diabetes or heart disease.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Dependence on Dataset Quality: Prediction accuracy depends heavily on the quality, size, and completeness of the medical dataset used for training.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Limited Patient Information: Some systems use only a small number of symptoms or medical parameters, which may not provide enough information for reliable prediction.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Lack of Interpretability: Complex machine learning models may provide predictions without clearly explaining how the result was obtained.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No Unified Prediction Platform: Separate systems are often required for different diseases, making the process less convenient for users.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Data Preprocessing Challenges: Missing, inconsistent, or imbalanced medical data can negatively affect model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Multi-disease prediction: Predicts Diabetes, Heart, Kidney, Liver, Breast Cancer, Stroke, Parkinson's, Hypertension, and 16 acute symptom conditions in one unified portal.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Data collection and preprocessing: Takes health parameters (vitals, lab panels, acoustic biomarkers, symptoms) and cleans data by handling missing values, encoding, and range normalization.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Decision tree classification: Trains on medical data with regularized depth to create understandable clinical rules and predict disease.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Interpretable prediction: Shows clear root-to-leaf decision structures, unlike complex black-box neural networks.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Model evaluation: Assessed using accuracy, precision, recall, F1-score and confusion matrix across all models.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User-friendly interface and awareness: Lets users enter data without technical knowledge and shows results with advice to consult a doctor, not as a final diagnosis.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Proposed System Architecture</a:t>
            </a:r>
          </a:p>
        </p:txBody>
      </p:sp>
      <p:pic>
        <p:nvPicPr>
          <p:cNvPr id="3" name="Picture 2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8138160" cy="7437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Summary of Module 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 Disease Prediction System Using Decision Trees provides comprehensive screening across 9 specialized clinical domains.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It directly resolves the challenge of delayed diagnosis and fragmented single-disease tools.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 system analyzes physiological parameters (vitals, blood panels, tumor morphology, voice biomarkers, and symptoms) to estimate risk.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Decision Tree models ensure full algorithmic transparency, risk level estimation (Low to Critical), and step-by-step decision paths.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The proposed system provides actionable lifestyle recommendations and encourages early medical consultation.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Software &amp; Hardware Requirements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Operating System: Windows 10/11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Programming Language: Python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Development Environment: Visual Studio Code / Jupyter Notebook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AI/ML: Scikit-learn (Decision Tree Classifier)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Libraries: NumPy, Pandas, Matplotlib, Seaborn, Joblib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Database: SQLite / MySQL (for user history, optional)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User Interface: Streamlit / Flask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Browser: Google Chrome / Microsoft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37"/>
                </a:solidFill>
              </a:defRPr>
            </a:pPr>
            <a:r>
              <a:t>Implementation Plan/Timeline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850"/>
                </a:solidFill>
              </a:defRPr>
            </a:pPr>
            <a:r>
              <a:t>Key Milestones: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Week 1-2: Problem identification, literature survey, and analysis of disease and dataset requirements in prediction.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Week 3-4: System design, data preprocessing, and development of the first disease models (heart disease and diabetes) using Decision Trees.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Week 5-6: Development of the liver and kidney disease models and the symptom-based module, with evaluation using accuracy, precision, recall and F1-score.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•  Week 7-8: Integration into a single web application with risk level and recommendations, system testing, and final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0A1937"/>
                </a:solidFill>
              </a:defRPr>
            </a:pPr>
            <a:r>
              <a:t>THANK YOU</a:t>
            </a:r>
          </a:p>
          <a:p>
            <a:br/>
            <a:pPr algn="ctr">
              <a:defRPr sz="1800">
                <a:solidFill>
                  <a:srgbClr val="5A5A5A"/>
                </a:solidFill>
              </a:defRPr>
            </a:pPr>
            <a:r>
              <a:t>Questions &amp; Discussions</a:t>
            </a:r>
            <a:br/>
            <a:r>
              <a:t>Department of Computer Science &amp; Engineering</a:t>
            </a:r>
            <a:br/>
            <a:r>
              <a:t>Vel Tech R&amp;D Institute of Science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</a:defRPr>
            </a:pPr>
            <a:r>
              <a:t>30 September 2026       BATCH NO: MI1301       DEPARTMENT OF COMPUTER SCIENCE &amp; ENGINEERING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